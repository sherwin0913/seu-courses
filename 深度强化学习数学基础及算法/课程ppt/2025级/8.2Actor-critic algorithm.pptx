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4" r:id="rId27"/>
    <p:sldId id="282" r:id="rId2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433" autoAdjust="0"/>
  </p:normalViewPr>
  <p:slideViewPr>
    <p:cSldViewPr snapToGrid="0">
      <p:cViewPr varScale="1">
        <p:scale>
          <a:sx n="50" d="100"/>
          <a:sy n="50" d="100"/>
        </p:scale>
        <p:origin x="1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488D5-1B3F-4F47-8D6D-1B7F62B24819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C557C6-7F02-4B7C-A1A0-6C2750AD6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787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人类棋局训练两个</a:t>
            </a:r>
            <a:r>
              <a:rPr lang="en-US" altLang="zh-CN" dirty="0"/>
              <a:t>policy network</a:t>
            </a:r>
            <a:r>
              <a:rPr lang="zh-CN" altLang="en-US" dirty="0"/>
              <a:t>，利用</a:t>
            </a:r>
            <a:r>
              <a:rPr lang="en-US" altLang="zh-CN" dirty="0" err="1"/>
              <a:t>rl</a:t>
            </a:r>
            <a:r>
              <a:rPr lang="en-US" altLang="zh-CN" dirty="0"/>
              <a:t> self-play</a:t>
            </a:r>
            <a:r>
              <a:rPr lang="zh-CN" altLang="en-US" dirty="0"/>
              <a:t>训练一个 </a:t>
            </a:r>
            <a:r>
              <a:rPr lang="en-US" altLang="zh-CN" dirty="0"/>
              <a:t>policy network</a:t>
            </a:r>
            <a:r>
              <a:rPr lang="zh-CN" altLang="en-US" dirty="0"/>
              <a:t>和</a:t>
            </a:r>
            <a:r>
              <a:rPr lang="en-US" altLang="zh-CN" dirty="0"/>
              <a:t>value network</a:t>
            </a:r>
            <a:r>
              <a:rPr lang="zh-CN" altLang="en-US" dirty="0"/>
              <a:t>，在线</a:t>
            </a:r>
            <a:r>
              <a:rPr lang="en-US" altLang="zh-CN" dirty="0"/>
              <a:t>MCTS</a:t>
            </a:r>
            <a:r>
              <a:rPr lang="zh-CN" altLang="en-US" dirty="0"/>
              <a:t>利用</a:t>
            </a:r>
            <a:r>
              <a:rPr lang="en-US" altLang="zh-CN" dirty="0"/>
              <a:t>policy </a:t>
            </a:r>
            <a:r>
              <a:rPr lang="zh-CN" altLang="en-US" dirty="0"/>
              <a:t>和 </a:t>
            </a:r>
            <a:r>
              <a:rPr lang="en-US" altLang="zh-CN" dirty="0"/>
              <a:t>value</a:t>
            </a:r>
            <a:r>
              <a:rPr lang="zh-CN" altLang="en-US" dirty="0"/>
              <a:t>选择</a:t>
            </a:r>
            <a:r>
              <a:rPr lang="en-US" altLang="zh-CN" dirty="0"/>
              <a:t>move</a:t>
            </a:r>
          </a:p>
          <a:p>
            <a:r>
              <a:rPr lang="zh-CN" altLang="en-US" dirty="0"/>
              <a:t>输入为棋局和手工</a:t>
            </a:r>
            <a:r>
              <a:rPr lang="en-US" altLang="zh-CN" dirty="0"/>
              <a:t>47</a:t>
            </a:r>
            <a:r>
              <a:rPr lang="zh-CN" altLang="en-US" dirty="0"/>
              <a:t>个</a:t>
            </a:r>
            <a:r>
              <a:rPr lang="en-US" altLang="zh-CN" dirty="0"/>
              <a:t>feature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C557C6-7F02-4B7C-A1A0-6C2750AD637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872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DC10-6B55-4EE5-BD42-387239E2C2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2184-34F1-4B09-9E49-DBF9030DCA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863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DC10-6B55-4EE5-BD42-387239E2C2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2184-34F1-4B09-9E49-DBF9030DC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10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DC10-6B55-4EE5-BD42-387239E2C2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2184-34F1-4B09-9E49-DBF9030DCA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46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DC10-6B55-4EE5-BD42-387239E2C2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2184-34F1-4B09-9E49-DBF9030DC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9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DC10-6B55-4EE5-BD42-387239E2C2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2184-34F1-4B09-9E49-DBF9030DC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590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DC10-6B55-4EE5-BD42-387239E2C2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2184-34F1-4B09-9E49-DBF9030DC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226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DC10-6B55-4EE5-BD42-387239E2C2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2184-34F1-4B09-9E49-DBF9030DC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43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0ED1DC10-6B55-4EE5-BD42-387239E2C2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E12184-34F1-4B09-9E49-DBF9030DC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655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DC10-6B55-4EE5-BD42-387239E2C2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2184-34F1-4B09-9E49-DBF9030DC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936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DC10-6B55-4EE5-BD42-387239E2C2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2184-34F1-4B09-9E49-DBF9030DC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952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DC10-6B55-4EE5-BD42-387239E2C2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2184-34F1-4B09-9E49-DBF9030DCA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116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D1DC10-6B55-4EE5-BD42-387239E2C2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7E12184-34F1-4B09-9E49-DBF9030DCA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730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Actor-Critic Algorithm 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720" y="6399457"/>
            <a:ext cx="909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* With some material from David Silver (UCL), Emma </a:t>
            </a:r>
            <a:r>
              <a:rPr lang="en-US" altLang="zh-CN" dirty="0" err="1">
                <a:solidFill>
                  <a:schemeClr val="bg1"/>
                </a:solidFill>
              </a:rPr>
              <a:t>Brunskill</a:t>
            </a:r>
            <a:r>
              <a:rPr lang="en-US" altLang="zh-CN" dirty="0">
                <a:solidFill>
                  <a:schemeClr val="bg1"/>
                </a:solidFill>
              </a:rPr>
              <a:t> (</a:t>
            </a:r>
            <a:r>
              <a:rPr lang="en-US" altLang="zh-CN" dirty="0" err="1">
                <a:solidFill>
                  <a:schemeClr val="bg1"/>
                </a:solidFill>
              </a:rPr>
              <a:t>Standford</a:t>
            </a:r>
            <a:r>
              <a:rPr lang="en-US" altLang="zh-CN" dirty="0">
                <a:solidFill>
                  <a:schemeClr val="bg1"/>
                </a:solidFill>
              </a:rPr>
              <a:t>), </a:t>
            </a:r>
            <a:r>
              <a:rPr lang="en-US" altLang="zh-CN" dirty="0" err="1">
                <a:solidFill>
                  <a:schemeClr val="bg1"/>
                </a:solidFill>
              </a:rPr>
              <a:t>Jiehan</a:t>
            </a:r>
            <a:r>
              <a:rPr lang="en-US" altLang="zh-CN" dirty="0">
                <a:solidFill>
                  <a:schemeClr val="bg1"/>
                </a:solidFill>
              </a:rPr>
              <a:t> Chen (NCKU) 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525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347077" y="1737361"/>
            <a:ext cx="8695173" cy="4534293"/>
            <a:chOff x="347077" y="1737361"/>
            <a:chExt cx="8695173" cy="4534293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7077" y="1737361"/>
              <a:ext cx="8695173" cy="4534293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8731405" y="6010507"/>
              <a:ext cx="289932" cy="1784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624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19" y="2093492"/>
            <a:ext cx="8260796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12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79" y="2041094"/>
            <a:ext cx="6972904" cy="315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88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Actor-Critic algorithm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21" y="2131156"/>
            <a:ext cx="8512278" cy="65537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21" y="3000658"/>
            <a:ext cx="7453006" cy="310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33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05430"/>
            <a:ext cx="6637595" cy="21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5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11" y="1869803"/>
            <a:ext cx="8565622" cy="37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14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33820"/>
            <a:ext cx="7071973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316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89377"/>
            <a:ext cx="7171041" cy="37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32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31" y="2068672"/>
            <a:ext cx="8504657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23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59" y="2106217"/>
            <a:ext cx="8558002" cy="36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397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79" y="1895355"/>
            <a:ext cx="8321761" cy="38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56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73" y="1944610"/>
            <a:ext cx="8474174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54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72" y="1999806"/>
            <a:ext cx="8481795" cy="37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132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76" y="1903536"/>
            <a:ext cx="8474174" cy="376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9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22" y="1951391"/>
            <a:ext cx="8481795" cy="380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84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88" y="1884484"/>
            <a:ext cx="8504657" cy="380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189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73" y="2070244"/>
            <a:ext cx="8550381" cy="381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441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Actor-Critic algorithm: fit value function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22" y="2195639"/>
            <a:ext cx="8077900" cy="297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246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10" y="2054763"/>
            <a:ext cx="8077900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03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Actor-Critic algorithm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809" y="2176760"/>
            <a:ext cx="5258256" cy="330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602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992" y="2012636"/>
            <a:ext cx="5928874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096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741"/>
            <a:ext cx="7856901" cy="22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05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2" y="2007987"/>
            <a:ext cx="8481795" cy="373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816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26" y="2174803"/>
            <a:ext cx="7475868" cy="34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67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AlphaGO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82" y="2037910"/>
            <a:ext cx="7803556" cy="371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70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Advance Actor-Critic algorithm 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20" y="2437714"/>
            <a:ext cx="7849280" cy="29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0565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287</TotalTime>
  <Words>73</Words>
  <Application>Microsoft Office PowerPoint</Application>
  <PresentationFormat>全屏显示(4:3)</PresentationFormat>
  <Paragraphs>10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等线</vt:lpstr>
      <vt:lpstr>宋体</vt:lpstr>
      <vt:lpstr>Calibri</vt:lpstr>
      <vt:lpstr>Calibri Light</vt:lpstr>
      <vt:lpstr>回顾</vt:lpstr>
      <vt:lpstr>Actor-Critic Algorithm </vt:lpstr>
      <vt:lpstr>PowerPoint 演示文稿</vt:lpstr>
      <vt:lpstr>PowerPoint 演示文稿</vt:lpstr>
      <vt:lpstr>PowerPoint 演示文稿</vt:lpstr>
      <vt:lpstr>Actor-Critic algorithm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Actor-Critic algorithm: fit value function </vt:lpstr>
      <vt:lpstr>PowerPoint 演示文稿</vt:lpstr>
      <vt:lpstr>Actor-Critic algorithm </vt:lpstr>
      <vt:lpstr>PowerPoint 演示文稿</vt:lpstr>
      <vt:lpstr>PowerPoint 演示文稿</vt:lpstr>
      <vt:lpstr>PowerPoint 演示文稿</vt:lpstr>
      <vt:lpstr>PowerPoint 演示文稿</vt:lpstr>
      <vt:lpstr>AlphaGO </vt:lpstr>
      <vt:lpstr>Advance Actor-Critic algorithm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Actor-Critic Algorithm </dc:title>
  <dc:creator>Junjie Fu</dc:creator>
  <cp:lastModifiedBy>junjie</cp:lastModifiedBy>
  <cp:revision>8</cp:revision>
  <dcterms:created xsi:type="dcterms:W3CDTF">2020-08-12T13:20:16Z</dcterms:created>
  <dcterms:modified xsi:type="dcterms:W3CDTF">2021-10-20T16:34:10Z</dcterms:modified>
</cp:coreProperties>
</file>